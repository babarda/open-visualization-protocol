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Electrical holds 34 of 109 open items, the largest single backlog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0" y="1219200"/>
            <a:ext cx="6172200" cy="304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3886200" y="12911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1">
                <a:solidFill>
                  <a:srgbClr val="555555"/>
                </a:solidFill>
                <a:latin typeface="Poppins"/>
              </a:rPr>
              <a:t>Electrical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2911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1">
                <a:solidFill>
                  <a:srgbClr val="222222"/>
                </a:solidFill>
                <a:latin typeface="Poppins"/>
              </a:rPr>
              <a:t>34 items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200" y="1676400"/>
            <a:ext cx="5083016" cy="304800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3886200" y="17483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555555"/>
                </a:solidFill>
                <a:latin typeface="Poppins"/>
              </a:rPr>
              <a:t>Mechanical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0416" y="17483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222222"/>
                </a:solidFill>
                <a:latin typeface="Poppins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200" y="2133600"/>
            <a:ext cx="3812286" cy="304800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-3886200" y="22055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555555"/>
                </a:solidFill>
                <a:latin typeface="Poppins"/>
              </a:rPr>
              <a:t>Piping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9686" y="22055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222222"/>
                </a:solidFill>
                <a:latin typeface="Poppins"/>
              </a:rPr>
              <a:t>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200" y="2590800"/>
            <a:ext cx="3086100" cy="304800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-3886200" y="26627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555555"/>
                </a:solidFill>
                <a:latin typeface="Poppins"/>
              </a:rPr>
              <a:t>Instrumentation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0" y="26627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222222"/>
                </a:solidFill>
                <a:latin typeface="Poppins"/>
              </a:rPr>
              <a:t>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1200" y="3048000"/>
            <a:ext cx="1633823" cy="304800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-3886200" y="31199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555555"/>
                </a:solidFill>
                <a:latin typeface="Poppins"/>
              </a:rPr>
              <a:t>Civil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1223" y="31199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222222"/>
                </a:solidFill>
                <a:latin typeface="Poppins"/>
              </a:rPr>
              <a:t>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81200" y="1143000"/>
            <a:ext cx="0" cy="228600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