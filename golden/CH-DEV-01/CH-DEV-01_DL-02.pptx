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Electrical runs 14 days behind plan, the deepest slip of five disciplines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67300" y="1219200"/>
            <a:ext cx="1543050" cy="3048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550" y="12911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+7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86200" y="12911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Mechanical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7300" y="1676400"/>
            <a:ext cx="881729" cy="3048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25229" y="17483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86200" y="17483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Instrumentation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5979" y="2133600"/>
            <a:ext cx="661320" cy="3048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1385220" y="22055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86200" y="22055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Civil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3337" y="2590800"/>
            <a:ext cx="1983962" cy="3048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2707862" y="26627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-9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86200" y="26627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Piping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200" y="3048000"/>
            <a:ext cx="3086100" cy="3048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3810000" y="31199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3886200" y="31199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Electrical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67300" y="1143000"/>
            <a:ext cx="0" cy="228600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