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Two of five systems are handover-ready; System D is critical in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9300" y="121920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Poppins"/>
              </a:rPr>
              <a:t>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2850" y="121920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Poppins"/>
              </a:rP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21920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Poppins"/>
              </a:rPr>
              <a:t>PUNCH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9950" y="121920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Poppins"/>
              </a:rPr>
              <a:t>HANDOVER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800" y="1447800"/>
            <a:ext cx="85344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-3962400" y="15830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9300" y="16192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2650" y="15954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2850" y="16192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5954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6192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9750" y="15954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9950" y="16192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3300" y="15954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4800" y="1866900"/>
            <a:ext cx="85344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-3962400" y="20021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9300" y="20383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2650" y="20145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52850" y="20383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0145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0383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9750" y="20145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19950" y="20383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3300" y="20145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4800" y="2286000"/>
            <a:ext cx="85344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-3962400" y="24212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9300" y="24574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2650" y="24336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52850" y="2457450"/>
            <a:ext cx="76200" cy="76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24336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ON TRACK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2457450"/>
            <a:ext cx="76200" cy="762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9750" y="24336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WATCH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19950" y="2457450"/>
            <a:ext cx="76200" cy="76200"/>
          </a:xfrm>
          <a:prstGeom prst="rect">
            <a:avLst/>
          </a:prstGeom>
          <a:solidFill>
            <a:srgbClr val="E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53300" y="24336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-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4800" y="2705100"/>
            <a:ext cx="85344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-3962400" y="28403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9300" y="2876550"/>
            <a:ext cx="76200" cy="76200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52650" y="28527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COMPLETE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52850" y="2876550"/>
            <a:ext cx="76200" cy="7620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6200" y="28527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CRITICAL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2876550"/>
            <a:ext cx="76200" cy="76200"/>
          </a:xfrm>
          <a:prstGeom prst="rect">
            <a:avLst/>
          </a:prstGeom>
          <a:solidFill>
            <a:srgbClr val="E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19750" y="28527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-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19950" y="2876550"/>
            <a:ext cx="76200" cy="76200"/>
          </a:xfrm>
          <a:prstGeom prst="rect">
            <a:avLst/>
          </a:prstGeom>
          <a:solidFill>
            <a:srgbClr val="E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3300" y="28527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-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4800" y="3124200"/>
            <a:ext cx="85344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-3962400" y="32594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222222"/>
                </a:solidFill>
                <a:latin typeface="Poppins"/>
              </a:rPr>
              <a:t>System 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9300" y="3295650"/>
            <a:ext cx="76200" cy="76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52650" y="32718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ON TRACK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52850" y="3295650"/>
            <a:ext cx="76200" cy="762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86200" y="32718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WATCH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3295650"/>
            <a:ext cx="76200" cy="76200"/>
          </a:xfrm>
          <a:prstGeom prst="rect">
            <a:avLst/>
          </a:prstGeom>
          <a:solidFill>
            <a:srgbClr val="E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19750" y="32718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-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19950" y="3295650"/>
            <a:ext cx="76200" cy="76200"/>
          </a:xfrm>
          <a:prstGeom prst="rect">
            <a:avLst/>
          </a:prstGeom>
          <a:solidFill>
            <a:srgbClr val="E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53300" y="32718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Poppins"/>
              </a:rPr>
              <a:t>-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4800" y="3543300"/>
            <a:ext cx="85344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