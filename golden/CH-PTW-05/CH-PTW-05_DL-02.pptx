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Pipeline and stations hold 55% of the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9125" y="1228725"/>
            <a:ext cx="2675382" cy="337185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850" y="131445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Poppins"/>
              </a:rPr>
              <a:t>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14954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34 M$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3557" y="1228725"/>
            <a:ext cx="1645158" cy="3371850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9282" y="131445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Poppins"/>
              </a:rPr>
              <a:t>Stations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9282" y="14954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77765" y="1228725"/>
            <a:ext cx="1724406" cy="1984629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63490" y="131445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Poppins"/>
              </a:rPr>
              <a:t>Power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3490" y="14954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77765" y="3232404"/>
            <a:ext cx="1724406" cy="1368170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63490" y="3318129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Poppins"/>
              </a:rPr>
              <a:t>Buildings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3490" y="3499104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1221" y="1228725"/>
            <a:ext cx="1803654" cy="1012983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6946" y="131445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Poppins"/>
              </a:rPr>
              <a:t>Roads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6946" y="14954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1221" y="2260758"/>
            <a:ext cx="975169" cy="1602676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6946" y="2346483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Poppins"/>
              </a:rPr>
              <a:t>Telecom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6946" y="2527458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15440" y="2260758"/>
            <a:ext cx="809434" cy="1602676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1221" y="3882485"/>
            <a:ext cx="1803654" cy="718089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06946" y="396821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Poppins"/>
              </a:rPr>
              <a:t>Other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6946" y="414918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