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Loop tests drive the path to RFSU on 30 November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81200" y="1371600"/>
            <a:ext cx="0" cy="207645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073431" y="1371600"/>
            <a:ext cx="0" cy="207645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65568" y="1371600"/>
            <a:ext cx="0" cy="207645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257800" y="1371600"/>
            <a:ext cx="0" cy="207645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50031" y="1371600"/>
            <a:ext cx="0" cy="207645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42168" y="1371600"/>
            <a:ext cx="0" cy="207645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34400" y="1371600"/>
            <a:ext cx="0" cy="207645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-330231" y="12382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55555"/>
                </a:solidFill>
                <a:latin typeface="Poppins"/>
              </a:rPr>
              <a:t>Jul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2382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55555"/>
                </a:solidFill>
                <a:latin typeface="Poppins"/>
              </a:rPr>
              <a:t>Aug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4231" y="12382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55555"/>
                </a:solidFill>
                <a:latin typeface="Poppins"/>
              </a:rPr>
              <a:t>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6368" y="12382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55555"/>
                </a:solidFill>
                <a:latin typeface="Poppins"/>
              </a:rPr>
              <a:t>Oct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8600" y="12382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55555"/>
                </a:solidFill>
                <a:latin typeface="Poppins"/>
              </a:rPr>
              <a:t>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0831" y="12382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55555"/>
                </a:solidFill>
                <a:latin typeface="Poppins"/>
              </a:rPr>
              <a:t>Dec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3886200" y="149733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Pre-commissioning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1200" y="1447800"/>
            <a:ext cx="3822668" cy="24765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81200" y="1447800"/>
            <a:ext cx="2402871" cy="24765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-3886200" y="191643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Energization prep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73431" y="1866900"/>
            <a:ext cx="1965960" cy="24765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73431" y="1866900"/>
            <a:ext cx="1419891" cy="24765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-3886200" y="233553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Loop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5568" y="2286000"/>
            <a:ext cx="2839688" cy="24765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5568" y="2286000"/>
            <a:ext cx="436911" cy="24765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-3886200" y="275463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Punch clearing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76208" y="2705100"/>
            <a:ext cx="2184368" cy="247650"/>
          </a:xfrm>
          <a:prstGeom prst="rect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-3886200" y="317373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RFSU</a:t>
            </a:r>
          </a:p>
        </p:txBody>
      </p:sp>
      <p:sp>
        <p:nvSpPr>
          <p:cNvPr id="29" name="Freeform 28"/>
          <p:cNvSpPr/>
          <p:nvPr/>
        </p:nvSpPr>
        <p:spPr>
          <a:xfrm>
            <a:off x="7353300" y="3162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8" h="18">
                <a:moveTo>
                  <a:pt x="9" y="0"/>
                </a:moveTo>
                <a:lnTo>
                  <a:pt x="18" y="9"/>
                </a:lnTo>
                <a:lnTo>
                  <a:pt x="9" y="18"/>
                </a:lnTo>
                <a:lnTo>
                  <a:pt x="0" y="9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602480" y="1371600"/>
            <a:ext cx="0" cy="2076450"/>
          </a:xfrm>
          <a:prstGeom prst="line">
            <a:avLst/>
          </a:prstGeom>
          <a:ln w="14287">
            <a:solidFill>
              <a:srgbClr val="D63A2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44980" y="3514725"/>
            <a:ext cx="5715000" cy="1285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80" b="0">
                <a:solidFill>
                  <a:srgbClr val="D63A2F"/>
                </a:solidFill>
                <a:latin typeface="Poppins"/>
              </a:rPr>
              <a:t>today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