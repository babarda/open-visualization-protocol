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Site A stores 42 of 120 units, a third of total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1371600"/>
            <a:ext cx="609600" cy="2743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257300" y="1171575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1">
                <a:solidFill>
                  <a:srgbClr val="222222"/>
                </a:solidFill>
                <a:latin typeface="Poppins"/>
              </a:rPr>
              <a:t>42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257300" y="41910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555555"/>
                </a:solidFill>
                <a:latin typeface="Poppins"/>
              </a:rPr>
              <a:t>Site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6600" y="1828800"/>
            <a:ext cx="609600" cy="228600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1628775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1910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Poppins"/>
              </a:rPr>
              <a:t>Site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2351341"/>
            <a:ext cx="609600" cy="1763458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5100" y="2151316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5100" y="41910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Poppins"/>
              </a:rPr>
              <a:t>Site 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39000" y="3069812"/>
            <a:ext cx="609600" cy="1044987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6300" y="2869787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6300" y="41910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Poppins"/>
              </a:rPr>
              <a:t>Site 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" y="4114800"/>
            <a:ext cx="79248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