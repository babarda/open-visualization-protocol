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System D pairs 41% progress with 63 open punch items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4191000"/>
            <a:ext cx="72390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-4914900" y="41228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448050"/>
            <a:ext cx="72390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4914900" y="337994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705100"/>
            <a:ext cx="72390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-4914900" y="26369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962150"/>
            <a:ext cx="72390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-4914900" y="189404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1219200"/>
            <a:ext cx="7239000" cy="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-4914900" y="115109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19" b="0">
                <a:solidFill>
                  <a:srgbClr val="555555"/>
                </a:solidFill>
                <a:latin typeface="Poppins"/>
              </a:rPr>
              <a:t>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1219200"/>
            <a:ext cx="0" cy="297180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-1943100" y="42767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62200" y="1219200"/>
            <a:ext cx="0" cy="297180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-495300" y="42767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10000" y="1219200"/>
            <a:ext cx="0" cy="297180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2500" y="42767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57800" y="1219200"/>
            <a:ext cx="0" cy="297180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00300" y="42767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60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05600" y="1219200"/>
            <a:ext cx="0" cy="297180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48100" y="42767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80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53400" y="1219200"/>
            <a:ext cx="0" cy="2971800"/>
          </a:xfrm>
          <a:prstGeom prst="line">
            <a:avLst/>
          </a:prstGeom>
          <a:ln w="9525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95900" y="42767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100%</a:t>
            </a:r>
          </a:p>
        </p:txBody>
      </p:sp>
      <p:sp>
        <p:nvSpPr>
          <p:cNvPr id="26" name="Oval 25"/>
          <p:cNvSpPr/>
          <p:nvPr/>
        </p:nvSpPr>
        <p:spPr>
          <a:xfrm>
            <a:off x="7517130" y="3688080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07630" y="3677126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7227570" y="3465195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8070" y="3454241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6214110" y="3205162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4610" y="3194208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C</a:t>
            </a:r>
          </a:p>
        </p:txBody>
      </p:sp>
      <p:sp>
        <p:nvSpPr>
          <p:cNvPr id="32" name="Oval 31"/>
          <p:cNvSpPr/>
          <p:nvPr/>
        </p:nvSpPr>
        <p:spPr>
          <a:xfrm>
            <a:off x="3825240" y="1793557"/>
            <a:ext cx="114300" cy="114300"/>
          </a:xfrm>
          <a:prstGeom prst="ellipse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15740" y="1782603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1">
                <a:solidFill>
                  <a:srgbClr val="222222"/>
                </a:solidFill>
                <a:latin typeface="Poppins"/>
              </a:rP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5634990" y="2982277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25490" y="2971323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E</a:t>
            </a:r>
          </a:p>
        </p:txBody>
      </p:sp>
      <p:sp>
        <p:nvSpPr>
          <p:cNvPr id="36" name="Oval 35"/>
          <p:cNvSpPr/>
          <p:nvPr/>
        </p:nvSpPr>
        <p:spPr>
          <a:xfrm>
            <a:off x="6648450" y="3316605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8950" y="3305651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F</a:t>
            </a:r>
          </a:p>
        </p:txBody>
      </p:sp>
      <p:sp>
        <p:nvSpPr>
          <p:cNvPr id="38" name="Oval 37"/>
          <p:cNvSpPr/>
          <p:nvPr/>
        </p:nvSpPr>
        <p:spPr>
          <a:xfrm>
            <a:off x="5055870" y="2722245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46370" y="2711291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G</a:t>
            </a:r>
          </a:p>
        </p:txBody>
      </p:sp>
      <p:sp>
        <p:nvSpPr>
          <p:cNvPr id="40" name="Oval 39"/>
          <p:cNvSpPr/>
          <p:nvPr/>
        </p:nvSpPr>
        <p:spPr>
          <a:xfrm>
            <a:off x="5924550" y="3168015"/>
            <a:ext cx="114300" cy="114300"/>
          </a:xfrm>
          <a:prstGeom prst="ellipse">
            <a:avLst/>
          </a:prstGeom>
          <a:solidFill>
            <a:srgbClr val="B7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5050" y="3157061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