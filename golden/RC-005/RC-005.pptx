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42900"/>
            <a:ext cx="112776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19150"/>
            <a:ext cx="11277600" cy="1905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85775"/>
            <a:ext cx="57150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Segoe UI"/>
              </a:rPr>
              <a:t>Morning exception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561975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475569"/>
                </a:solidFill>
                <a:latin typeface="Segoe UI"/>
              </a:rPr>
              <a:t>07:00 . WEEK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62050"/>
            <a:ext cx="57150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Segoe UI"/>
              </a:rPr>
              <a:t>Docs on-time missed target by 14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48531"/>
            <a:ext cx="6667500" cy="3750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1825" y="2025054"/>
            <a:ext cx="2466975" cy="138906"/>
          </a:xfrm>
          <a:prstGeom prst="rect">
            <a:avLst/>
          </a:prstGeom>
          <a:solidFill>
            <a:srgbClr val="EE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800" y="2025054"/>
            <a:ext cx="1027906" cy="138906"/>
          </a:xfrm>
          <a:prstGeom prst="rect">
            <a:avLst/>
          </a:prstGeom>
          <a:solidFill>
            <a:srgbClr val="DD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6706" y="2025054"/>
            <a:ext cx="616743" cy="138906"/>
          </a:xfrm>
          <a:prstGeom prst="rect">
            <a:avLst/>
          </a:prstGeom>
          <a:solidFill>
            <a:srgbClr val="CDC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825" y="2066726"/>
            <a:ext cx="3577113" cy="5556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07868" y="2025054"/>
            <a:ext cx="0" cy="138906"/>
          </a:xfrm>
          <a:prstGeom prst="line">
            <a:avLst/>
          </a:prstGeom>
          <a:ln w="17363">
            <a:solidFill>
              <a:srgbClr val="D63A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-2376487" y="2031305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475569"/>
                </a:solidFill>
                <a:latin typeface="Segoe UI"/>
              </a:rPr>
              <a:t>Delivery OTD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793" y="2035819"/>
            <a:ext cx="4167187" cy="1354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10" b="0">
                <a:solidFill>
                  <a:srgbClr val="0F172A"/>
                </a:solidFill>
                <a:latin typeface="Segoe UI"/>
              </a:rPr>
              <a:t>87 %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1825" y="2413992"/>
            <a:ext cx="2878137" cy="138906"/>
          </a:xfrm>
          <a:prstGeom prst="rect">
            <a:avLst/>
          </a:prstGeom>
          <a:solidFill>
            <a:srgbClr val="EE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79962" y="2413992"/>
            <a:ext cx="822325" cy="138906"/>
          </a:xfrm>
          <a:prstGeom prst="rect">
            <a:avLst/>
          </a:prstGeom>
          <a:solidFill>
            <a:srgbClr val="DD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02287" y="2413992"/>
            <a:ext cx="411162" cy="138906"/>
          </a:xfrm>
          <a:prstGeom prst="rect">
            <a:avLst/>
          </a:prstGeom>
          <a:solidFill>
            <a:srgbClr val="CDC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01825" y="2455664"/>
            <a:ext cx="3782695" cy="5556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602287" y="2413992"/>
            <a:ext cx="0" cy="138906"/>
          </a:xfrm>
          <a:prstGeom prst="line">
            <a:avLst/>
          </a:prstGeom>
          <a:ln w="17363">
            <a:solidFill>
              <a:srgbClr val="D63A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-2376487" y="2420242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475569"/>
                </a:solidFill>
                <a:latin typeface="Segoe UI"/>
              </a:rPr>
              <a:t>Test pass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793" y="2424757"/>
            <a:ext cx="4167187" cy="1354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10" b="0">
                <a:solidFill>
                  <a:srgbClr val="0F172A"/>
                </a:solidFill>
                <a:latin typeface="Segoe UI"/>
              </a:rPr>
              <a:t>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1825" y="2802929"/>
            <a:ext cx="2055812" cy="138906"/>
          </a:xfrm>
          <a:prstGeom prst="rect">
            <a:avLst/>
          </a:prstGeom>
          <a:solidFill>
            <a:srgbClr val="EE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57637" y="2802929"/>
            <a:ext cx="1233487" cy="138906"/>
          </a:xfrm>
          <a:prstGeom prst="rect">
            <a:avLst/>
          </a:prstGeom>
          <a:solidFill>
            <a:srgbClr val="DD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91125" y="2802929"/>
            <a:ext cx="822325" cy="138906"/>
          </a:xfrm>
          <a:prstGeom prst="rect">
            <a:avLst/>
          </a:prstGeom>
          <a:solidFill>
            <a:srgbClr val="CDC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1825" y="2844601"/>
            <a:ext cx="2919253" cy="5556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396706" y="2802929"/>
            <a:ext cx="0" cy="138906"/>
          </a:xfrm>
          <a:prstGeom prst="line">
            <a:avLst/>
          </a:prstGeom>
          <a:ln w="17363">
            <a:solidFill>
              <a:srgbClr val="D63A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-2376487" y="2809180"/>
            <a:ext cx="4167187" cy="1458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70" b="0">
                <a:solidFill>
                  <a:srgbClr val="475569"/>
                </a:solidFill>
                <a:latin typeface="Segoe UI"/>
              </a:rPr>
              <a:t>Docs on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793" y="2813694"/>
            <a:ext cx="4167187" cy="1354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10" b="0">
                <a:solidFill>
                  <a:srgbClr val="0F172A"/>
                </a:solidFill>
                <a:latin typeface="Segoe UI"/>
              </a:rPr>
              <a:t>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9500"/>
            <a:ext cx="66675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619500"/>
            <a:ext cx="38100" cy="3429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2450" y="3752850"/>
            <a:ext cx="76200" cy="76200"/>
          </a:xfrm>
          <a:prstGeom prst="ellipse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900" y="371046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1">
                <a:solidFill>
                  <a:srgbClr val="0F172A"/>
                </a:solidFill>
                <a:latin typeface="Segoe UI"/>
              </a:rPr>
              <a:t>Docs on time at 71%, target 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6350" y="37290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475569"/>
                </a:solidFill>
                <a:latin typeface="Segoe UI"/>
              </a:rPr>
              <a:t>DOC CONTROL . 12:00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38600"/>
            <a:ext cx="66675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038600"/>
            <a:ext cx="38100" cy="3429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2450" y="4171950"/>
            <a:ext cx="76200" cy="76200"/>
          </a:xfrm>
          <a:prstGeom prst="ellipse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12956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1">
                <a:solidFill>
                  <a:srgbClr val="0F172A"/>
                </a:solidFill>
                <a:latin typeface="Segoe UI"/>
              </a:rPr>
              <a:t>Delivery OTD at 87%, target 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6350" y="414813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475569"/>
                </a:solidFill>
                <a:latin typeface="Segoe UI"/>
              </a:rPr>
              <a:t>LOGISTICS . 17:00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4750" y="1809750"/>
            <a:ext cx="42100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24750" y="1809750"/>
            <a:ext cx="38100" cy="685800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7150" y="18954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Segoe UI"/>
              </a:rPr>
              <a:t>Escalated 07:00.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7150" y="20669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Responses due at the hours named;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7150" y="22383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"/>
              </a:rPr>
              <a:t>escalate to PMO at 14:00.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4750" y="2857500"/>
            <a:ext cx="1905000" cy="381000"/>
          </a:xfrm>
          <a:prstGeom prst="rect">
            <a:avLst/>
          </a:prstGeom>
          <a:noFill/>
          <a:ln w="19050">
            <a:solidFill>
              <a:srgbClr val="D6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62850" y="2895600"/>
            <a:ext cx="1828800" cy="304800"/>
          </a:xfrm>
          <a:prstGeom prst="rect">
            <a:avLst/>
          </a:prstGeom>
          <a:noFill/>
          <a:ln w="9525">
            <a:solidFill>
              <a:srgbClr val="D6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19750" y="296751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D63A2F"/>
                </a:solidFill>
                <a:latin typeface="Segoe UI"/>
              </a:rPr>
              <a:t>ESCALATED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8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475569"/>
                </a:solidFill>
                <a:latin typeface="Segoe UI"/>
              </a:rPr>
              <a:t>Source: sample dataset v1, 2026-07-12 . told as NR-04 exception flash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