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Delivered goods reached 1,284 in week 28, 90% of all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5387" y="2547270"/>
            <a:ext cx="533400" cy="156752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5387" y="2300192"/>
            <a:ext cx="533400" cy="247078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5387" y="2114835"/>
            <a:ext cx="533400" cy="185356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1395412" y="1914810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1036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395412" y="42005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W25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0362" y="2288571"/>
            <a:ext cx="533400" cy="182622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0362" y="2076259"/>
            <a:ext cx="533400" cy="212312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0362" y="1939194"/>
            <a:ext cx="533400" cy="13706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562" y="1739169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1127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562" y="42005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W26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5337" y="1981676"/>
            <a:ext cx="533400" cy="2133123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05337" y="1792414"/>
            <a:ext cx="533400" cy="189166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05337" y="1688211"/>
            <a:ext cx="533400" cy="104203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4537" y="1488186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1257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4537" y="42005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W27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0312" y="1636109"/>
            <a:ext cx="533400" cy="247869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312" y="1450752"/>
            <a:ext cx="533400" cy="185356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0312" y="1371600"/>
            <a:ext cx="533400" cy="79152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9512" y="1171575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1421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9512" y="42005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W28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1900" y="2837307"/>
            <a:ext cx="76200" cy="76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15250" y="2807303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Delivered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1900" y="1505331"/>
            <a:ext cx="76200" cy="7620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5250" y="1475327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In transit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1900" y="1373028"/>
            <a:ext cx="76200" cy="76200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5250" y="1343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Pending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600" y="4114800"/>
            <a:ext cx="68199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